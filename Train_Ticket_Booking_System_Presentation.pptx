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6" r:id="rId6"/>
    <p:sldId id="261" r:id="rId7"/>
    <p:sldId id="270" r:id="rId8"/>
    <p:sldId id="269" r:id="rId9"/>
    <p:sldId id="268" r:id="rId10"/>
    <p:sldId id="267" r:id="rId11"/>
    <p:sldId id="263" r:id="rId12"/>
    <p:sldId id="264" r:id="rId13"/>
    <p:sldId id="265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52" autoAdjust="0"/>
  </p:normalViewPr>
  <p:slideViewPr>
    <p:cSldViewPr snapToGrid="0" snapToObjects="1">
      <p:cViewPr>
        <p:scale>
          <a:sx n="98" d="100"/>
          <a:sy n="98" d="100"/>
        </p:scale>
        <p:origin x="9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D5CCC0-0E85-4C16-BEF8-49E5B15B5A97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B7D4A3-F24B-4C26-9743-C183731424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7426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B7D4A3-F24B-4C26-9743-C1837314242E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7860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8398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365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0268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352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6894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6712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967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7062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495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301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7928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4874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797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258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24311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15817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8950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625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746354"/>
            <a:ext cx="5308866" cy="1682646"/>
          </a:xfrm>
        </p:spPr>
        <p:txBody>
          <a:bodyPr>
            <a:noAutofit/>
          </a:bodyPr>
          <a:lstStyle/>
          <a:p>
            <a:r>
              <a:rPr lang="en-IN" sz="4000" dirty="0"/>
              <a:t>Summer Training</a:t>
            </a:r>
            <a:br>
              <a:rPr lang="en-IN" sz="3200" dirty="0"/>
            </a:br>
            <a:r>
              <a:rPr lang="en-IN" sz="1400" b="1" dirty="0"/>
              <a:t>Project Term June-July 2025</a:t>
            </a:r>
            <a:br>
              <a:rPr lang="en-IN" sz="1400" b="1" dirty="0"/>
            </a:br>
            <a:r>
              <a:rPr lang="en-IN" sz="2400" dirty="0"/>
              <a:t>Train Ticket Booking System </a:t>
            </a:r>
            <a:endParaRPr sz="2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30183"/>
            <a:ext cx="5308866" cy="1445795"/>
          </a:xfrm>
        </p:spPr>
        <p:txBody>
          <a:bodyPr/>
          <a:lstStyle/>
          <a:p>
            <a:r>
              <a:rPr dirty="0"/>
              <a:t>Project Presentation</a:t>
            </a:r>
          </a:p>
          <a:p>
            <a:r>
              <a:rPr dirty="0"/>
              <a:t>By: </a:t>
            </a:r>
            <a:r>
              <a:rPr lang="en-IN" dirty="0"/>
              <a:t>Veeresh A(12319252)</a:t>
            </a:r>
          </a:p>
          <a:p>
            <a:r>
              <a:rPr lang="en-IN" dirty="0" err="1"/>
              <a:t>Btech</a:t>
            </a:r>
            <a:r>
              <a:rPr lang="en-IN" dirty="0"/>
              <a:t> CSE AI/ML</a:t>
            </a:r>
          </a:p>
          <a:p>
            <a:endParaRPr lang="en-IN" dirty="0"/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•Console-based Train Ticket Booking System in</a:t>
            </a:r>
            <a:r>
              <a:rPr lang="en-IN" dirty="0"/>
              <a:t> </a:t>
            </a:r>
            <a:r>
              <a:rPr dirty="0"/>
              <a:t>C++</a:t>
            </a:r>
          </a:p>
          <a:p>
            <a:r>
              <a:rPr dirty="0"/>
              <a:t>• Automates train reservation process</a:t>
            </a:r>
            <a:r>
              <a:rPr lang="en-IN" dirty="0"/>
              <a:t>.</a:t>
            </a:r>
            <a:endParaRPr dirty="0"/>
          </a:p>
          <a:p>
            <a:r>
              <a:rPr dirty="0"/>
              <a:t>• Objectives:</a:t>
            </a:r>
          </a:p>
          <a:p>
            <a:r>
              <a:rPr dirty="0"/>
              <a:t>   - Provide ticket booking with unique PNR</a:t>
            </a:r>
            <a:r>
              <a:rPr lang="en-IN" dirty="0"/>
              <a:t>.</a:t>
            </a:r>
            <a:endParaRPr dirty="0"/>
          </a:p>
          <a:p>
            <a:r>
              <a:rPr dirty="0"/>
              <a:t>   - Manage waiting list</a:t>
            </a:r>
            <a:r>
              <a:rPr lang="en-IN" dirty="0"/>
              <a:t>.</a:t>
            </a:r>
            <a:endParaRPr dirty="0"/>
          </a:p>
          <a:p>
            <a:r>
              <a:rPr dirty="0"/>
              <a:t>   - Store data permanently using files</a:t>
            </a:r>
            <a:r>
              <a:rPr lang="en-IN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• Add Train (Admin)</a:t>
            </a:r>
          </a:p>
          <a:p>
            <a:r>
              <a:t>• View Available Trains</a:t>
            </a:r>
          </a:p>
          <a:p>
            <a:r>
              <a:t>• Search by Source → Destination</a:t>
            </a:r>
          </a:p>
          <a:p>
            <a:r>
              <a:t>• Book Ticket (PNR auto-generated)</a:t>
            </a:r>
          </a:p>
          <a:p>
            <a:r>
              <a:t>• Cancel Ticket (waiting list promotion)</a:t>
            </a:r>
          </a:p>
          <a:p>
            <a:r>
              <a:t>• Waiting List Queue System</a:t>
            </a:r>
          </a:p>
          <a:p>
            <a:r>
              <a:t>• File Handling for Data Persistence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• Data Structures:</a:t>
            </a:r>
          </a:p>
          <a:p>
            <a:r>
              <a:rPr dirty="0"/>
              <a:t>   - struct Train</a:t>
            </a:r>
          </a:p>
          <a:p>
            <a:r>
              <a:rPr dirty="0"/>
              <a:t>   - struct Passenger</a:t>
            </a:r>
          </a:p>
          <a:p>
            <a:r>
              <a:rPr dirty="0"/>
              <a:t>• Arrays used for storage</a:t>
            </a:r>
            <a:endParaRPr lang="en-IN" dirty="0"/>
          </a:p>
          <a:p>
            <a:r>
              <a:rPr lang="en-IN" dirty="0"/>
              <a:t>• Queue used for waiting list   </a:t>
            </a:r>
            <a:endParaRPr dirty="0"/>
          </a:p>
          <a:p>
            <a:r>
              <a:rPr dirty="0"/>
              <a:t>• File Handling: trains.dat &amp; bookings.dat</a:t>
            </a:r>
          </a:p>
          <a:p>
            <a:r>
              <a:rPr dirty="0"/>
              <a:t>• Menu-driven workflow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CAE4CF-8534-0727-2A15-179815208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669" y="1180123"/>
            <a:ext cx="6318354" cy="5115745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D16B41C-64F2-C8DD-9FA9-A0E4AB1B0FFF}"/>
              </a:ext>
            </a:extLst>
          </p:cNvPr>
          <p:cNvSpPr/>
          <p:nvPr/>
        </p:nvSpPr>
        <p:spPr>
          <a:xfrm>
            <a:off x="3378408" y="5801192"/>
            <a:ext cx="2094875" cy="56213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Aptos" panose="020B0004020202020204" pitchFamily="34" charset="0"/>
              </a:rPr>
              <a:t>END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AA7E2C-517D-07F3-1331-DC737287B392}"/>
              </a:ext>
            </a:extLst>
          </p:cNvPr>
          <p:cNvSpPr/>
          <p:nvPr/>
        </p:nvSpPr>
        <p:spPr>
          <a:xfrm>
            <a:off x="2511076" y="664307"/>
            <a:ext cx="3829538" cy="5158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Work flow</a:t>
            </a:r>
          </a:p>
        </p:txBody>
      </p:sp>
    </p:spTree>
    <p:extLst>
      <p:ext uri="{BB962C8B-B14F-4D97-AF65-F5344CB8AC3E}">
        <p14:creationId xmlns:p14="http://schemas.microsoft.com/office/powerpoint/2010/main" val="2586407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 of structures with arrays</a:t>
            </a:r>
          </a:p>
          <a:p>
            <a:r>
              <a:t>• File handling with fstream</a:t>
            </a:r>
          </a:p>
          <a:p>
            <a:r>
              <a:t>• Auto PNR generation</a:t>
            </a:r>
          </a:p>
          <a:p>
            <a:r>
              <a:t>• Waiting list logic (queue shifting)</a:t>
            </a:r>
          </a:p>
          <a:p>
            <a:r>
              <a:t>• Menu-driven interface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76F14-21E4-92F5-7CDB-56345F5B6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642625-E97E-D037-AFCE-3C135053A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851" y="637082"/>
            <a:ext cx="7904297" cy="558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12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93499-D389-F0DE-445C-9EF337C4D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9D6E49-19AD-6B45-0BCB-908243E34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488" y="575872"/>
            <a:ext cx="7867024" cy="5660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760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AB235-DAE9-BE2F-B362-23A245213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9DD6DF-7A7D-8E1D-46B2-A07E67D1B5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228" y="648324"/>
            <a:ext cx="7933544" cy="5561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0641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49A7879-8106-22B3-6BF8-9674806415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577" y="623259"/>
            <a:ext cx="7854846" cy="5611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282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persistence with files</a:t>
            </a:r>
          </a:p>
          <a:p>
            <a:r>
              <a:t>• Automated waiting list seat allocation</a:t>
            </a:r>
          </a:p>
          <a:p>
            <a:r>
              <a:t>• Easy ticket search &amp; management</a:t>
            </a:r>
          </a:p>
          <a:p>
            <a:r>
              <a:t>• Simple and user-friendly design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• Limitations:</a:t>
            </a:r>
          </a:p>
          <a:p>
            <a:r>
              <a:t>   - Fixed array size</a:t>
            </a:r>
          </a:p>
          <a:p>
            <a:r>
              <a:t>   - No user authentication</a:t>
            </a:r>
          </a:p>
          <a:p>
            <a:r>
              <a:t>   - No payment system</a:t>
            </a:r>
          </a:p>
          <a:p>
            <a:endParaRPr/>
          </a:p>
          <a:p>
            <a:r>
              <a:t>• Future Enhancements:</a:t>
            </a:r>
          </a:p>
          <a:p>
            <a:r>
              <a:t>   - Use dynamic memory / STL</a:t>
            </a:r>
          </a:p>
          <a:p>
            <a:r>
              <a:t>   - Database integration</a:t>
            </a:r>
          </a:p>
          <a:p>
            <a:r>
              <a:t>   - GUI or Web-based interface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Train Ticket Booking System built using C++</a:t>
            </a:r>
          </a:p>
          <a:p>
            <a:r>
              <a:rPr dirty="0"/>
              <a:t>• Demonstrates: Structures, File Handling, Queue Logic</a:t>
            </a:r>
          </a:p>
          <a:p>
            <a:r>
              <a:rPr dirty="0"/>
              <a:t>• Provides practical understanding of reservation system</a:t>
            </a:r>
          </a:p>
          <a:p>
            <a:r>
              <a:rPr dirty="0"/>
              <a:t>• Can be extended with Database &amp; GUI for real-world use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90</TotalTime>
  <Words>286</Words>
  <Application>Microsoft Office PowerPoint</Application>
  <PresentationFormat>On-screen Show (4:3)</PresentationFormat>
  <Paragraphs>56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Garamond</vt:lpstr>
      <vt:lpstr>Organic</vt:lpstr>
      <vt:lpstr>Summer Training Project Term June-July 2025 Train Ticket Booking System </vt:lpstr>
      <vt:lpstr>Introduction</vt:lpstr>
      <vt:lpstr>Features</vt:lpstr>
      <vt:lpstr>System Design</vt:lpstr>
      <vt:lpstr>PowerPoint Presentation</vt:lpstr>
      <vt:lpstr>Code Highlights</vt:lpstr>
      <vt:lpstr>PowerPoint Presentation</vt:lpstr>
      <vt:lpstr>PowerPoint Presentation</vt:lpstr>
      <vt:lpstr>PowerPoint Presentation</vt:lpstr>
      <vt:lpstr>PowerPoint Presentation</vt:lpstr>
      <vt:lpstr>Advantages</vt:lpstr>
      <vt:lpstr>Limitations &amp; Future Scope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veeresh desai</cp:lastModifiedBy>
  <cp:revision>12</cp:revision>
  <dcterms:created xsi:type="dcterms:W3CDTF">2013-01-27T09:14:16Z</dcterms:created>
  <dcterms:modified xsi:type="dcterms:W3CDTF">2025-09-28T07:11:01Z</dcterms:modified>
  <cp:category/>
</cp:coreProperties>
</file>